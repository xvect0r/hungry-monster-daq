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D697-42C5-C4BB-0651-45DB664B2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2F75D-7D12-5C00-4D6B-F1173D615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36BBE-5B0B-E313-6B07-230FC5FC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7D34F-C2BD-9B09-B220-0FD06735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A1AB3-3D1F-DA21-2CC2-949BD74D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49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244E-B7BD-C85B-88BF-C7ADA26B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A1FD0-4454-A823-2186-789EB5179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50776-04F3-85C2-F722-2FC86FCE1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3370A-A04F-2627-E5B2-413F1B89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0FF92-E54C-7B37-E87E-27AB9E92B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52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9015-15CC-9F26-F36B-DBB79F146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06F02-16E3-C3A9-9AEF-48DF8F47A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CF4A1-0D1E-C6E0-82CD-860CFEC83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6BA30-AEB0-1599-0D5C-D7D9EAD7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7503D-24BB-13B1-93B0-B4EC922C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98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5F6FC-7256-9F84-FBB8-4D6C1914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77D06-7776-860C-DA43-E7ADDF805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5D52B-3D08-CD1B-F879-895CCFB98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1E1A3-A7F3-8744-8934-0846E4B9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8EF5-277D-8536-48D0-7419ACAF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8F231-549D-05AA-06FF-1024683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58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E3AE-AE3D-9C16-D0C4-770F938B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AFEA1-61E1-2EC7-CD62-4D2782993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FD514-B87D-6943-73A7-89A55F66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BC3DB-A5C1-6A4B-FCB7-3D8A085B6A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53764-0D0C-AF54-8ED1-862746DC17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562A8-045C-BC77-4F3C-DB2A1015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152EA-19C6-5A8F-071D-863F03DE9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61302-F35D-C52A-0F9D-515AF258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67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541E-34FD-7631-6158-ACFAD070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E4F4F1-3129-2805-595C-934310B5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666CE-9757-9FAF-B65E-FCEE59788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D1ADD-43D3-DA5F-8895-EDF24370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65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192E9-5367-34CB-A3FD-9D1B0A94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83D8E-9ECC-2E23-8924-7F2A2C6E2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1E154-B752-6912-AECA-4832E5365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8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195D-A632-AF5A-D56E-7DAF467EB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52F9-B105-A663-FFBD-DC2F80E7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FFBEF-C853-75F0-76D2-B70A66E72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A7DF2-48AE-AF78-E704-E8294E6D3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F7224-A966-59D8-70C2-1FC7BC446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6C8DE-A20B-7A0C-1C18-AFD328EA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76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8668-993B-A718-2634-F95FD6C8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634BC-3735-20DC-6B11-100F96A7E9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FF83C-9C39-B916-2FBC-58AF9F698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D13DC-83F8-67C2-33B6-FE94AC89B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B055F-B28F-42F1-39C5-9691E362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E0DD3-03C5-262D-938E-BDF56CF4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46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9706-238B-950E-B005-C704846D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99477-5ED7-D008-A340-7543BA322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25E8A-A048-5C96-06D9-6284A600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B7A2-0443-4F3B-9DA3-0ECE4E2C5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94CFF-2CB7-64D9-CB2E-CDFEFD13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2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4BE3D-40BF-9C16-3030-3BD1F8A667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06AB-F27F-962A-17B9-2DC825533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0FE-FE61-7C35-B8F0-A7A822B5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8EBC0-C049-0F0F-36D4-BB4635F6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CD3DD-7E92-F109-D9FB-F42BB866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18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7B29B-C17D-D426-EE46-DCE1940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77134-ABB7-B783-0FAA-E30C22043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D5A19-6F65-19DF-AF89-451C0DC2E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1D66D-E0CE-4C53-9FB9-39B6D84AE49E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BF5C1-4465-18E8-CE2E-7230B7204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7DD2B-5658-6C09-A881-3A1015A62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C5128-C0CC-48BB-BFC4-B024A3859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6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1497-5AD5-F8C1-CA64-98A7339A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605AE2-FEBC-9591-7668-6C299A85F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9122"/>
            <a:ext cx="8265834" cy="190696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3E7DE3-6B7A-0CFC-03B5-42FA5CAF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31" t="20704" r="8163" b="17657"/>
          <a:stretch>
            <a:fillRect/>
          </a:stretch>
        </p:blipFill>
        <p:spPr>
          <a:xfrm>
            <a:off x="838200" y="4007223"/>
            <a:ext cx="8079403" cy="1738121"/>
          </a:xfrm>
          <a:prstGeom prst="rect">
            <a:avLst/>
          </a:prstGeom>
        </p:spPr>
      </p:pic>
      <p:pic>
        <p:nvPicPr>
          <p:cNvPr id="14" name="Content Placeholder 5">
            <a:extLst>
              <a:ext uri="{FF2B5EF4-FFF2-40B4-BE49-F238E27FC236}">
                <a16:creationId xmlns:a16="http://schemas.microsoft.com/office/drawing/2014/main" id="{8DCD75EF-D519-4C28-C78A-FA00BC3A78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93559"/>
            <a:ext cx="7924800" cy="101316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A9B07FE-B30F-2CAD-67D8-F3D7B3F2CB30}"/>
              </a:ext>
            </a:extLst>
          </p:cNvPr>
          <p:cNvSpPr/>
          <p:nvPr/>
        </p:nvSpPr>
        <p:spPr>
          <a:xfrm>
            <a:off x="838200" y="993559"/>
            <a:ext cx="7749988" cy="12561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9EFDC-8C4C-F977-8CED-FEF8071A913B}"/>
              </a:ext>
            </a:extLst>
          </p:cNvPr>
          <p:cNvSpPr/>
          <p:nvPr/>
        </p:nvSpPr>
        <p:spPr>
          <a:xfrm>
            <a:off x="838200" y="2435076"/>
            <a:ext cx="7749988" cy="13986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799322-57FE-3955-9C02-72015469918A}"/>
              </a:ext>
            </a:extLst>
          </p:cNvPr>
          <p:cNvSpPr/>
          <p:nvPr/>
        </p:nvSpPr>
        <p:spPr>
          <a:xfrm>
            <a:off x="838200" y="4007223"/>
            <a:ext cx="7749988" cy="13986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DF2CF799-D84A-0B28-0F11-14C1441DFFFD}"/>
              </a:ext>
            </a:extLst>
          </p:cNvPr>
          <p:cNvSpPr/>
          <p:nvPr/>
        </p:nvSpPr>
        <p:spPr>
          <a:xfrm rot="5400000">
            <a:off x="8552030" y="1832270"/>
            <a:ext cx="1266303" cy="87321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0D50E160-36BD-DD1A-D7D8-9267C83B5D17}"/>
              </a:ext>
            </a:extLst>
          </p:cNvPr>
          <p:cNvSpPr/>
          <p:nvPr/>
        </p:nvSpPr>
        <p:spPr>
          <a:xfrm rot="5400000">
            <a:off x="8665146" y="3636785"/>
            <a:ext cx="1266303" cy="873218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697204-F225-DAF4-5718-56A389941F32}"/>
              </a:ext>
            </a:extLst>
          </p:cNvPr>
          <p:cNvSpPr txBox="1"/>
          <p:nvPr/>
        </p:nvSpPr>
        <p:spPr>
          <a:xfrm>
            <a:off x="9782175" y="2006721"/>
            <a:ext cx="199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</a:t>
            </a:r>
            <a:r>
              <a:rPr lang="en-US" sz="1400" b="1" dirty="0"/>
              <a:t>Spartan</a:t>
            </a:r>
            <a:r>
              <a:rPr lang="en-US" sz="1400" dirty="0"/>
              <a:t> to </a:t>
            </a:r>
            <a:r>
              <a:rPr lang="en-US" sz="1400" b="1" dirty="0"/>
              <a:t>Artix</a:t>
            </a:r>
            <a:r>
              <a:rPr lang="en-US" sz="1400" dirty="0"/>
              <a:t> </a:t>
            </a:r>
            <a:r>
              <a:rPr lang="en-US" sz="1400" b="1" dirty="0"/>
              <a:t>Architecture</a:t>
            </a:r>
            <a:endParaRPr lang="en-IN" sz="1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777AD6-A666-9BD4-AF01-FBCEDF19BD93}"/>
              </a:ext>
            </a:extLst>
          </p:cNvPr>
          <p:cNvSpPr txBox="1"/>
          <p:nvPr/>
        </p:nvSpPr>
        <p:spPr>
          <a:xfrm>
            <a:off x="9824554" y="3745613"/>
            <a:ext cx="19936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Applying </a:t>
            </a:r>
            <a:r>
              <a:rPr lang="en-US" sz="1400" b="1" dirty="0"/>
              <a:t>Pipelining</a:t>
            </a:r>
            <a:r>
              <a:rPr lang="en-US" sz="1400" dirty="0"/>
              <a:t> to the Packetizer Module,</a:t>
            </a:r>
            <a:br>
              <a:rPr lang="en-US" sz="1400" dirty="0"/>
            </a:br>
            <a:r>
              <a:rPr lang="en-US" sz="1400" dirty="0"/>
              <a:t>making the </a:t>
            </a:r>
            <a:r>
              <a:rPr lang="en-US" sz="1400" b="1" dirty="0"/>
              <a:t>USB-output</a:t>
            </a:r>
            <a:r>
              <a:rPr lang="en-US" sz="1400" dirty="0"/>
              <a:t> Asynchronous.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4562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9DD5-8623-25BA-F10B-D9720414B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3ED4A-5A56-899F-FACE-4C66E99B1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6BD2CE-0833-0A98-C2E5-1DF0F668F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7744"/>
            <a:ext cx="10515600" cy="5821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C87C7B-A68B-402F-FF01-9FDDB850022C}"/>
              </a:ext>
            </a:extLst>
          </p:cNvPr>
          <p:cNvSpPr txBox="1"/>
          <p:nvPr/>
        </p:nvSpPr>
        <p:spPr>
          <a:xfrm>
            <a:off x="4096871" y="6240280"/>
            <a:ext cx="3998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Fig. Path Delay due to Combinatorial State Machine output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34696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D035-1C93-CAB2-FE69-2859FD40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CE2914-E7BD-ED79-EBE2-BBC0B5C8D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24564" cy="56416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E73B34-45DF-4561-C998-DFC40E390A42}"/>
              </a:ext>
            </a:extLst>
          </p:cNvPr>
          <p:cNvSpPr txBox="1"/>
          <p:nvPr/>
        </p:nvSpPr>
        <p:spPr>
          <a:xfrm>
            <a:off x="4563035" y="6215876"/>
            <a:ext cx="30659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Fig. Artix-7(xc7a35tftg256-3) Implementation 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83178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208D-6BB0-CABB-DE5B-CF3C865EC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C44FB6-AA85-FAD7-A73E-106E7B6DC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65758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F1061E-299E-7FC2-34F0-AD0CCAED4153}"/>
              </a:ext>
            </a:extLst>
          </p:cNvPr>
          <p:cNvSpPr txBox="1"/>
          <p:nvPr/>
        </p:nvSpPr>
        <p:spPr>
          <a:xfrm>
            <a:off x="4016187" y="6215876"/>
            <a:ext cx="41596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Fig. Artix-7(xc7a35tftg256-3) Device Pinout (Marked in Brown)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168526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48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Soumyadip Roy</dc:creator>
  <cp:lastModifiedBy>Soumyadip Roy</cp:lastModifiedBy>
  <cp:revision>1</cp:revision>
  <dcterms:created xsi:type="dcterms:W3CDTF">2026-02-27T01:54:40Z</dcterms:created>
  <dcterms:modified xsi:type="dcterms:W3CDTF">2026-02-27T02:09:17Z</dcterms:modified>
</cp:coreProperties>
</file>